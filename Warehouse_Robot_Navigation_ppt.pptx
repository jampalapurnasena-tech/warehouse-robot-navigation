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b242344-0ec9-5a87-2298-c4f4033d1abf}">
          <p14:sldIdLst>
            <p14:sldId id="256"/>
          </p14:sldIdLst>
        </p14:section>
        <p14:section name="Problem" id="{e98007d9-e081-fa35-686b-fcb2012c777f}">
          <p14:sldIdLst>
            <p14:sldId id="257"/>
          </p14:sldIdLst>
        </p14:section>
        <p14:section name="Solution" id="{3ecc3306-d115-7c8c-1053-d7067f7a18f9}">
          <p14:sldIdLst>
            <p14:sldId id="258"/>
            <p14:sldId id="259"/>
          </p14:sldIdLst>
        </p14:section>
        <p14:section name="Technology" id="{2a67826d-a2e9-78ec-1de7-b6f2447dce75}">
          <p14:sldIdLst>
            <p14:sldId id="260"/>
          </p14:sldIdLst>
        </p14:section>
        <p14:section name="Results" id="{50563ce9-660c-ad33-9ff4-04767c505e7b}">
          <p14:sldIdLst>
            <p14:sldId id="261"/>
          </p14:sldIdLst>
        </p14:section>
        <p14:section name="Conclusion" id="{3e1c0a85-890e-f8d6-983f-e8374285b8b1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2"/>
                </a:solidFill>
              </a:rPr>
              <a:t>DAA Hackathon – Problem 61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Warehouse Robot Navigation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chemeClr val="tx1"/>
                </a:solidFill>
              </a:rPr>
              <a:t>Finding the best path for a robot using A*, BFS and Dijkstra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0" y="2788920"/>
            <a:ext cx="27432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3195" y="3108960"/>
            <a:ext cx="8229600" cy="13354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Team Members</a:t>
            </a:r>
            <a:endParaRPr lang="en-US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altLang="en-US" sz="1600" dirty="0"/>
              <a:t>Manthan Mahadev Biradar(25MVCSMR0512)</a:t>
            </a:r>
            <a:endParaRPr lang="en-IN" altLang="en-US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altLang="en-US" sz="1600" dirty="0"/>
              <a:t>Yashvardhan Singh Gaur(25MVCSMR0540)</a:t>
            </a:r>
            <a:endParaRPr lang="en-IN" altLang="en-US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altLang="en-US" sz="1600" dirty="0"/>
              <a:t>Biswajit Behera(25MVCSMR0472)</a:t>
            </a:r>
            <a:endParaRPr lang="en-IN" altLang="en-US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altLang="en-US" sz="1600" dirty="0"/>
              <a:t>Jampala Purnasena(25MVCSMR0491)</a:t>
            </a:r>
            <a:endParaRPr lang="en-IN" altLang="en-US" sz="1600" dirty="0"/>
          </a:p>
          <a:p>
            <a:pPr marL="0" indent="0" algn="ctr">
              <a:buNone/>
            </a:pPr>
            <a:endParaRPr lang="en-IN" altLang="en-US" sz="1600" dirty="0"/>
          </a:p>
          <a:p>
            <a:pPr marL="0" indent="0" algn="ctr">
              <a:buNone/>
            </a:pPr>
            <a:endParaRPr lang="en-IN" alt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2"/>
                </a:solidFill>
              </a:rPr>
              <a:t>Domain: Robotics &amp; Path Finding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Problem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420624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robot must reach a pickup point in a warehouse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It must avoid shelves and obstacles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6888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Why it matters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834640"/>
            <a:ext cx="420624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Shorter path = faster delivery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Less battery is used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65760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Challenges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0233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Many shelves, some crowded aisles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371600"/>
            <a:ext cx="3749040" cy="224942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937760" y="370332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2"/>
                </a:solidFill>
              </a:rPr>
              <a:t>Sample warehouse map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Our Idea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Run 3 path-finding algorithms on the same map and compare which one works best.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Key Features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06040"/>
            <a:ext cx="822960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Compares BFS, Dijkstra and A* side by side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Shows which cells each algorithm checked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Crowded aisles cost more, so the robot avoids them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User can change the map, start and pickup point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7373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</a:rPr>
              <a:t>Input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</a:rPr>
              <a:t>Warehouse map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40280" y="1920240"/>
            <a:ext cx="32004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606040" y="1371600"/>
            <a:ext cx="17373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1371600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</a:rPr>
              <a:t>Processing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</a:rPr>
              <a:t>Map → grid graph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0" y="1920240"/>
            <a:ext cx="32004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54880" y="1371600"/>
            <a:ext cx="1737360" cy="1097280"/>
          </a:xfrm>
          <a:prstGeom prst="rect">
            <a:avLst/>
          </a:prstGeom>
          <a:solidFill>
            <a:srgbClr val="1F4E79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371600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Algorithm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BFS / Dijkstra / A*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37960" y="1920240"/>
            <a:ext cx="32004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903720" y="1371600"/>
            <a:ext cx="17373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371600"/>
            <a:ext cx="17373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2222"/>
                </a:solidFill>
              </a:rPr>
              <a:t>Output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</a:rPr>
              <a:t>Best path shown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User Steps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Open map  →  Set start and pickup  →  Click Run  →  See the result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Technology &amp; Algorithms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Tools Used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Python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Pygame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Streamlit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1887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Algorithms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3108960" y="1600200"/>
          <a:ext cx="5577840" cy="1755648"/>
        </p:xfrm>
        <a:graphic>
          <a:graphicData uri="http://schemas.openxmlformats.org/drawingml/2006/table">
            <a:tbl>
              <a:tblPr/>
              <a:tblGrid>
                <a:gridCol w="1188720"/>
                <a:gridCol w="2926080"/>
                <a:gridCol w="1463040"/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4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4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Complexity</a:t>
                      </a:r>
                      <a:endParaRPr lang="en-US" sz="14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BFS</a:t>
                      </a:r>
                      <a:endParaRPr lang="en-US" sz="14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Path with fewest moves</a:t>
                      </a:r>
                      <a:endParaRPr lang="en-US" sz="14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O(V + E)</a:t>
                      </a:r>
                      <a:endParaRPr lang="en-US" sz="14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Dijkstra</a:t>
                      </a:r>
                      <a:endParaRPr lang="en-US" sz="14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Cheapest path</a:t>
                      </a:r>
                      <a:endParaRPr lang="en-US" sz="14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O(E log V)</a:t>
                      </a:r>
                      <a:endParaRPr lang="en-US" sz="14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A*</a:t>
                      </a:r>
                      <a:endParaRPr lang="en-US" sz="14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Cheapest path, but faster</a:t>
                      </a:r>
                      <a:endParaRPr lang="en-US" sz="14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O(E log V)</a:t>
                      </a:r>
                      <a:endParaRPr lang="en-US" sz="1400" dirty="0"/>
                    </a:p>
                  </a:txBody>
                  <a:tcPr marT="91440" marB="9144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3108960" y="352044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V = cells, E = connections between cells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Demo &amp; Results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BFS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2560320" cy="15361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Dijkstra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508760"/>
            <a:ext cx="2560320" cy="153619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126480" y="114300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A*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508760"/>
            <a:ext cx="2560320" cy="1536192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57200" y="3200400"/>
          <a:ext cx="5120640" cy="1170432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188720"/>
                <a:gridCol w="1188720"/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BFS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Dijkstra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A*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</a:rPr>
                        <a:t>Moves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40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40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</a:rPr>
                        <a:t>Path cost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110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40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40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</a:rPr>
                        <a:t>Cells checked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322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351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213</a:t>
                      </a:r>
                      <a:endParaRPr lang="en-US" sz="13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4"/>
          <p:cNvSpPr txBox="1"/>
          <p:nvPr/>
        </p:nvSpPr>
        <p:spPr>
          <a:xfrm>
            <a:off x="5852160" y="3246120"/>
            <a:ext cx="28346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</a:rPr>
              <a:t>Result: </a:t>
            </a:r>
            <a:r>
              <a:rPr lang="en-US" sz="1500" dirty="0">
                <a:solidFill>
                  <a:schemeClr val="tx1"/>
                </a:solidFill>
              </a:rPr>
              <a:t>A* finds the cheapest path while checking the fewest cells.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Conclusion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393192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Built and compared 3 algorithms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A* gives the best path with least effort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Future Scope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600200"/>
            <a:ext cx="39319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Moving obstacles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Multiple robots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Real warehouse robots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03860" y="2939415"/>
            <a:ext cx="82296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3860" y="3429635"/>
            <a:ext cx="8229600" cy="65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You!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boRoute Plain">
  <a:themeElements>
    <a:clrScheme name="RoboRoute Plain">
      <a:dk1>
        <a:srgbClr val="222222"/>
      </a:dk1>
      <a:lt1>
        <a:srgbClr val="FFFFFF"/>
      </a:lt1>
      <a:dk2>
        <a:srgbClr val="1F4E79"/>
      </a:dk2>
      <a:lt2>
        <a:srgbClr val="F2F2F2"/>
      </a:lt2>
      <a:accent1>
        <a:srgbClr val="1F4E79"/>
      </a:accent1>
      <a:accent2>
        <a:srgbClr val="666666"/>
      </a:accent2>
      <a:accent3>
        <a:srgbClr val="BFBFBF"/>
      </a:accent3>
      <a:accent4>
        <a:srgbClr val="2E75B6"/>
      </a:accent4>
      <a:accent5>
        <a:srgbClr val="70AD47"/>
      </a:accent5>
      <a:accent6>
        <a:srgbClr val="C00000"/>
      </a:accent6>
      <a:hlink>
        <a:srgbClr val="1F4E79"/>
      </a:hlink>
      <a:folHlink>
        <a:srgbClr val="666666"/>
      </a:folHlink>
    </a:clrScheme>
    <a:fontScheme name="RoboRoute Plai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oboRoute Plain">
  <a:themeElements>
    <a:clrScheme name="RoboRoute Plain">
      <a:dk1>
        <a:srgbClr val="222222"/>
      </a:dk1>
      <a:lt1>
        <a:srgbClr val="FFFFFF"/>
      </a:lt1>
      <a:dk2>
        <a:srgbClr val="1F4E79"/>
      </a:dk2>
      <a:lt2>
        <a:srgbClr val="F2F2F2"/>
      </a:lt2>
      <a:accent1>
        <a:srgbClr val="1F4E79"/>
      </a:accent1>
      <a:accent2>
        <a:srgbClr val="666666"/>
      </a:accent2>
      <a:accent3>
        <a:srgbClr val="BFBFBF"/>
      </a:accent3>
      <a:accent4>
        <a:srgbClr val="2E75B6"/>
      </a:accent4>
      <a:accent5>
        <a:srgbClr val="70AD47"/>
      </a:accent5>
      <a:accent6>
        <a:srgbClr val="C00000"/>
      </a:accent6>
      <a:hlink>
        <a:srgbClr val="1F4E79"/>
      </a:hlink>
      <a:folHlink>
        <a:srgbClr val="666666"/>
      </a:folHlink>
    </a:clrScheme>
    <a:fontScheme name="RoboRoute Plai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1553</Words>
  <Application>WPS Presentation</Application>
  <PresentationFormat>On-screen Show (16:9)</PresentationFormat>
  <Paragraphs>166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Arial</vt:lpstr>
      <vt:lpstr>Arial</vt:lpstr>
      <vt:lpstr>Calibri</vt:lpstr>
      <vt:lpstr>Microsoft YaHei</vt:lpstr>
      <vt:lpstr>Arial Unicode MS</vt:lpstr>
      <vt:lpstr>RoboRoute Plain</vt:lpstr>
      <vt:lpstr>PowerPoint 演示文稿</vt:lpstr>
      <vt:lpstr>The Problem</vt:lpstr>
      <vt:lpstr>Our Idea</vt:lpstr>
      <vt:lpstr>How It Works</vt:lpstr>
      <vt:lpstr>Technology &amp; Algorithms</vt:lpstr>
      <vt:lpstr>Demo &amp; Results</vt:lpstr>
      <vt:lpstr>Conclusion &amp; Future Scope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Warehouse Robot Navigation</dc:title>
  <dc:creator>M. Reddy Ponish, J. Purnasena</dc:creator>
  <dc:subject>PptxGenJS Presentation</dc:subject>
  <cp:lastModifiedBy>jampa</cp:lastModifiedBy>
  <cp:revision>3</cp:revision>
  <dcterms:created xsi:type="dcterms:W3CDTF">2026-10-03T05:40:00Z</dcterms:created>
  <dcterms:modified xsi:type="dcterms:W3CDTF">2026-10-03T05:52:49Z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2B61AED0F00D4476BD21A8DA617D6C3E_12</vt:lpwstr>
  </property>
  <property fmtid="{D5CDD505-2E9C-101B-9397-08002B2CF9AE}" pid="3" name="KSOProductBuildVer">
    <vt:lpwstr>2057-12.2.0.23206</vt:lpwstr>
  </property>
</Properties>
</file>